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58" r:id="rId3"/>
    <p:sldId id="259" r:id="rId4"/>
    <p:sldId id="296" r:id="rId5"/>
    <p:sldId id="297" r:id="rId6"/>
    <p:sldId id="282" r:id="rId7"/>
    <p:sldId id="292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96"/>
      </p:cViewPr>
      <p:guideLst>
        <p:guide orient="horz" pos="2160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549A-00F7-4F28-9483-32D1D9136D5F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98BB2-1893-41DF-95BD-F5694556339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431781"/>
            <a:ext cx="10515600" cy="11949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70402" y="2917560"/>
            <a:ext cx="609797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</a:p>
          <a:p>
            <a:pPr algn="ctr">
              <a:defRPr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 fontAlgn="b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Darwaja Suryakiran (192325057)</a:t>
            </a:r>
          </a:p>
          <a:p>
            <a:pPr algn="ctr">
              <a:defRPr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220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SUPERVISED </a:t>
            </a: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sym typeface="+mn-ea"/>
              </a:rPr>
              <a:t>BY:</a:t>
            </a:r>
          </a:p>
          <a:p>
            <a:pPr algn="ctr">
              <a:defRPr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R.C.JENI.GRACIA</a:t>
            </a:r>
          </a:p>
          <a:p>
            <a:pPr algn="ctr">
              <a:defRPr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DATE:14-07-2026</a:t>
            </a:r>
            <a:endParaRPr lang="en-IN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1392139" y="1849171"/>
            <a:ext cx="9407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Real-World Applications of Computer Vision Using Case Studies.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0" y="542628"/>
            <a:ext cx="1146147" cy="9266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081" y="542628"/>
            <a:ext cx="1371719" cy="92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16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 flipV="1">
            <a:off x="2477685" y="2429510"/>
            <a:ext cx="78093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12696" y="1383566"/>
            <a:ext cx="9574306" cy="4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a field of artificial intelligence that allows machines to understand and analyse images and videos like humans do.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techniques such as object detection, segmentation, tracking, and classification to extract useful information from visual data.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are now widely applied in real-world systems instead of being limited to research or labs.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sectors using Computer Vision include healthcare, surveillance, autonomous vehicles, agriculture, and retail.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explains these applications through case studies, technical concepts, and visual examples to show their practical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11" y="567618"/>
            <a:ext cx="1146147" cy="9266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243873" y="2203082"/>
            <a:ext cx="8096070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Machines cannot fully understand visual data like humans.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Object detection and tracking are still difficult in real scenes.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Image noise, lighting, and occlusion reduce system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Many industries need fast and automatic visual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Real-time performance is a major challenge in computer vision systems.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Raw images must be converted into useful decisions and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8A406C-B006-8C92-61D5-76D751E82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0" y="542628"/>
            <a:ext cx="1146147" cy="926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867B55-97A0-026D-E61E-BA722C9D2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081" y="542628"/>
            <a:ext cx="1371719" cy="9205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99DC16B-024E-116D-3041-859E73007347}"/>
              </a:ext>
            </a:extLst>
          </p:cNvPr>
          <p:cNvSpPr txBox="1">
            <a:spLocks/>
          </p:cNvSpPr>
          <p:nvPr/>
        </p:nvSpPr>
        <p:spPr>
          <a:xfrm>
            <a:off x="-300135" y="-904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E57A86D-A788-BE54-458C-1C39FDE32A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V="1">
            <a:off x="2477685" y="2429510"/>
            <a:ext cx="78093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CE8F29-B06E-B50F-C637-D226BF339054}"/>
              </a:ext>
            </a:extLst>
          </p:cNvPr>
          <p:cNvSpPr txBox="1"/>
          <p:nvPr/>
        </p:nvSpPr>
        <p:spPr>
          <a:xfrm>
            <a:off x="598654" y="2069432"/>
            <a:ext cx="100692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healthcare, computer vision is used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images such as X-rays, CT scans, and MRIs for faster diagnosis.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supports patient monitoring, disease detection, and assistive clinical systems in hospitals and remote care.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healthcare techniques include image classification, segmentation, and anomaly detection.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surveillance, computer vision helps detect people, vehicles, unusual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suspicious events from video streams.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surveillance systems use tracking, background subtraction, object detection, and anomaly detection to reduce human effort.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system used computer vision with CCTV cameras to detect intruders in restricted areas.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applications improve safety and efficiency, but they also raise concerns about privacy, bias, and false alarms.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71D9D-504C-399A-6D07-B02FA4596436}"/>
              </a:ext>
            </a:extLst>
          </p:cNvPr>
          <p:cNvSpPr txBox="1"/>
          <p:nvPr/>
        </p:nvSpPr>
        <p:spPr>
          <a:xfrm>
            <a:off x="3200809" y="818250"/>
            <a:ext cx="7086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and Surveillance</a:t>
            </a:r>
          </a:p>
        </p:txBody>
      </p:sp>
    </p:spTree>
    <p:extLst>
      <p:ext uri="{BB962C8B-B14F-4D97-AF65-F5344CB8AC3E}">
        <p14:creationId xmlns:p14="http://schemas.microsoft.com/office/powerpoint/2010/main" val="120356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B8E6B-75CF-8DE0-D9B3-B39F0A0BA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290" y="1868191"/>
            <a:ext cx="8832011" cy="4351338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helps autonomous vehicles understand the road environment through cameras and AI models.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object detection to identify vehicles, pedestrians, cyclists, traffic signs, and obstacles.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detection and road-edge recognition help the vehicle stay in its lane and make safe turns or lane changes.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supports traffic sign recognition, signal detection, and scene understanding for navigation decisions.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real-world example :   Mobileye Supervision, which completed a nearly 2,000 km road trip across six European countries using 360-degree camera-based vision with only occasional human intervention.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 include bad weather, low lighting, faded lane markings, rare road events, and the need for very fast real-time processing.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74464-F6DF-BE54-9E1A-716F35D2E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0" y="542628"/>
            <a:ext cx="1146147" cy="926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FF6C2-9EB2-FBE3-6348-66B367D5A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081" y="542628"/>
            <a:ext cx="1371719" cy="9205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5AFFE8-214F-2A84-5537-BAE561BB5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6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7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0" y="529181"/>
            <a:ext cx="1146147" cy="926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081" y="529181"/>
            <a:ext cx="1371719" cy="920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8641" y="789414"/>
            <a:ext cx="7600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AND RETAIL</a:t>
            </a:r>
          </a:p>
        </p:txBody>
      </p:sp>
      <p:sp>
        <p:nvSpPr>
          <p:cNvPr id="11" name="AutoShape 4" descr="Generated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74576" y="1582621"/>
            <a:ext cx="9107505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agriculture, computer vision is used for crop monitoring, plant disease detection, weed identification, and yield estimation.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farmers make precise decisions using drone images, field cameras, and remote sensing data.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agriculture systems improve productivity by detecting problems early and supporting precision farming.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retail, computer vision is used for shelf monitoring, product tracking, customer movement analysis, and smart store management.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Smart shelf systems combine cameras and sensors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customer-product interaction and improve retail analytics.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applications increase efficiency and insight, but they also require accurate tracking, sensor fusion, and reliable real-time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48" y="324784"/>
            <a:ext cx="944962" cy="8108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477" y="273347"/>
            <a:ext cx="987638" cy="875589"/>
          </a:xfrm>
          <a:prstGeom prst="rect">
            <a:avLst/>
          </a:prstGeom>
        </p:spPr>
      </p:pic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78929" y="2290934"/>
            <a:ext cx="9234141" cy="3215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IN" sz="2400" dirty="0"/>
              <a:t>Computer vision helps machines understand visual data. </a:t>
            </a:r>
          </a:p>
          <a:p>
            <a:r>
              <a:rPr lang="en-IN" sz="2400" dirty="0"/>
              <a:t>It is useful in many real-world industries. </a:t>
            </a:r>
          </a:p>
          <a:p>
            <a:r>
              <a:rPr lang="en-IN" sz="2400" dirty="0"/>
              <a:t>It improves accuracy, speed, and automation. </a:t>
            </a:r>
          </a:p>
          <a:p>
            <a:r>
              <a:rPr lang="en-IN" sz="2400" dirty="0"/>
              <a:t>It supports healthcare, security, farming, retail, and transport.</a:t>
            </a:r>
          </a:p>
          <a:p>
            <a:r>
              <a:rPr lang="en-IN" sz="2400" dirty="0"/>
              <a:t>Challenges include privacy, bias, and real-time processing. </a:t>
            </a:r>
          </a:p>
          <a:p>
            <a:r>
              <a:rPr lang="en-IN" sz="2400" dirty="0"/>
              <a:t>Overall, computer vision is changing how systems work.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4477" y="259900"/>
            <a:ext cx="987638" cy="8755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7322" y="4087906"/>
            <a:ext cx="10508411" cy="681380"/>
          </a:xfrm>
        </p:spPr>
        <p:txBody>
          <a:bodyPr>
            <a:normAutofit fontScale="90000"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latin typeface="Bernard MT Condensed" panose="02050806060905020404" pitchFamily="18" charset="0"/>
              </a:rPr>
              <a:t>THANK YOU!</a:t>
            </a:r>
            <a:br>
              <a:rPr lang="en-US" altLang="en-US" dirty="0">
                <a:latin typeface="Bernard MT Condensed" panose="02050806060905020404" pitchFamily="18" charset="0"/>
              </a:rPr>
            </a:br>
            <a:br>
              <a:rPr lang="en-US" altLang="en-US" dirty="0">
                <a:latin typeface="Bernard MT Condensed" panose="02050806060905020404" pitchFamily="18" charset="0"/>
              </a:rPr>
            </a:br>
            <a:br>
              <a:rPr lang="en-US" altLang="en-US" dirty="0">
                <a:latin typeface="Bernard MT Condensed" panose="02050806060905020404" pitchFamily="18" charset="0"/>
              </a:rPr>
            </a:b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660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Arial</vt:lpstr>
      <vt:lpstr>Bernard MT Condensed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PROBLEM STATEMENT</vt:lpstr>
      <vt:lpstr>PowerPoint Presentation</vt:lpstr>
      <vt:lpstr>Autonomous Vehicles</vt:lpstr>
      <vt:lpstr>PowerPoint Presentation</vt:lpstr>
      <vt:lpstr>CONCLUSION</vt:lpstr>
      <vt:lpstr>THANK YOU!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PROCESS MONITOR SYSTEM</dc:title>
  <dc:creator>scl</dc:creator>
  <cp:lastModifiedBy>Surya Kiran</cp:lastModifiedBy>
  <cp:revision>66</cp:revision>
  <dcterms:created xsi:type="dcterms:W3CDTF">2025-10-07T13:28:00Z</dcterms:created>
  <dcterms:modified xsi:type="dcterms:W3CDTF">2026-07-14T04:44:00Z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A2DEFF84411545B59A38E4705D2F49F9_13</vt:lpwstr>
  </property>
  <property fmtid="{D5CDD505-2E9C-101B-9397-08002B2CF9AE}" pid="3" name="KSOProductBuildVer">
    <vt:lpwstr>1033-12.1.0.26880</vt:lpwstr>
  </property>
</Properties>
</file>